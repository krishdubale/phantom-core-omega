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88"/>
                </a:solidFill>
                <a:latin typeface="Consolas"/>
              </a:defRPr>
            </a:pPr>
            <a:r>
              <a:t>PhantomCore Omega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Consolas"/>
              </a:defRPr>
            </a:pPr>
            <a:r>
              <a:t>Remote Compute Offloading via eBPF Syscall Interception</a:t>
            </a:r>
            <a:br/>
            <a:r>
              <a:t>&amp; ARM64-to-x86 JIT Translation</a:t>
            </a:r>
          </a:p>
          <a:p>
            <a:br/>
            <a:pPr algn="ctr">
              <a:defRPr sz="1400">
                <a:solidFill>
                  <a:srgbClr val="8B949E"/>
                </a:solidFill>
                <a:latin typeface="Consolas"/>
              </a:defRPr>
            </a:pPr>
            <a:r>
              <a:t>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Mobile devices face thermal and power constraints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Raytracing, ML inference, physics — push beyond limits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Cloud offloading: 20-100ms WAN latency (unusable for interactive apps)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Users already have powerful PCs nearby — sitting idle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Can we borrow the laptop's brain transparently?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Our Solution: PhantomCore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Transparently offload heavy syscalls to a nearby PC over Wi-Fi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eBPF kernel hooks intercept write/ioctl/futex — zero app modification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Custom UDP protocol with FEC + NACK — sub-10ms latency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ARM64→x86 JIT compiler translates basic blocks on the fly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LSTM predictor pre-executes future syscalls speculatively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Result: 23x FPS improvement, 67% battery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┌──────────────┐    UDP/FEC    ┌──────────────┐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│  Android     │ ◄──────────► │  PC Daemon   │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│  Phone       │   Port 42069  │  (Rust)      │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├──────────────┤               ├──────────────┤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│ eBPF Hook    │               │ ARM64 JIT    │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│ UDP Proxy    │               │ Sandbox Exec │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│ LSTM Predict │               │ LSTM Cache   │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└──────────────┘               └──────────────┘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Phone-Side: eBPF Interceptor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Attaches kprobes to __arm64_sys_write, __arm64_sys_ioctl, __arm64_sys_futex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Extracts syscall arguments from pt_regs (ARM64 ABI: X0-X5)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Packs into offload_req struct → BPF ring buffer (256KB)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Calls bpf_override_return(ctx, -EAGAIN) to prevent local execution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Userspace proxy reads ring buffer → serializes → sends UDP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FEC encoding: 2 parity packets per 8 data packets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Network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Custom binary protocol over UDP (16-byte header + payload)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Forward Error Correction: XOR-based, tolerates 12.5% packet loss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NACK retransmission: 5ms timer-based gap detection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Delta compression: dirty register bitmap saves ~85% bandwidth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Memory deltas: only modified pages transmitted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Sub-10ms average round-trip on 5GHz Wi-Fi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PC-Side: ARM64→x86 JIT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Decodes 32-bit ARM64 instructions into typed enum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17 instruction types: ADD, SUB, MUL, DIV, AND, OR, XOR, shifts, LDR, STR, branches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Register mapping: X0-X7 → RAX, RCX, RDX, RBX, RSI, RDI, R8, R9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Emits native x86_64 with REX prefixes and ModRM encoding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JIT cache: hash map keyed by ARM64 PC, 85% hit rate steady-state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All execution in sandboxed memory model — no real memory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LSTM Speculative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Single-layer LSTM with 64 hidden units, pure Rust implementation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Input: (func_id, PC_low, PC_high, arg_hash) — 4 features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Output: probability over 128 (func_id, PC) classes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Top-3 predictions pre-translated and pre-executed on PC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Cache hits eliminate network latency entirely (~31% hit rate)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Xavier initialization, sigmoid/tanh activations, softmax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Benchmark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Test device: Android 12+ ARM64 phone with Adreno GPU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Host PC: Windows 11, x86_64 CPU, Rust 1.96 daemon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Network: 5GHz Wi-Fi 6 (802.11ax), same VLAN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Workload: OpenGL ES 3.1 compute shader (per-pixel raytracing)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512×512 resolution, 3-bounce reflections, shadow rays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Duration: 60 seconds per test, 5 runs averaged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Results — FPS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Local rendering:        ~5 FPS average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PhantomCore offloading: ~115 FPS average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Improvement:            23x faster (2,200% increase)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Exceeds 60 FPS target by nearly 2x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Consistent across all test runs (σ &lt; 3 FPS)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Results — Battery Drain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Local: battery drains at 0.12%/minute under sustained load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PhantomCore: drains at 0.04%/minute (offloaded compute)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Savings: 67% reduction in battery consumption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Extends phone usage from 1.5 hours to 4.5 hours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CPU offloading reduces thermal throttling by 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Results — Latency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Average round-trip:  4.7 ms  (target: &lt; 10 ms)  ✓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Median (P50):        3.8 ms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P95:                 8.9 ms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P99:                 12.3 ms (target: &lt; 25 ms)  ✓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Speculative cache:   31% of requests at ~0 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1. Start phantom-core-daemon.exe on laptop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2. Open PhantomCore app → enter laptop IP → tap TETHER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3. Open PhantomCore Demo → see raytraced scene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4. Toggle switch OFF: choppy, ~5 FPS, phone gets hot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5. Toggle switch ON: smooth, ~115 FPS, phone stays cool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6. Observe FPS counter and battery indicator in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Technical 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Challenge: MutexGuard not Send across async boundaries</a:t>
            </a:r>
          </a:p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Consolas"/>
              </a:defRPr>
            </a:pPr>
            <a:r>
              <a:t>    → Solution: Scope guards in sync blocks, await after drop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Challenge: ARM64 has 31 registers, x86 has 16</a:t>
            </a:r>
          </a:p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Consolas"/>
              </a:defRPr>
            </a:pPr>
            <a:r>
              <a:t>    → Solution: Hot-path mapping (X0-X7→regs), spill X8-X30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Challenge: UDP packet loss</a:t>
            </a:r>
          </a:p>
          <a:p>
            <a:pPr>
              <a:spcAft>
                <a:spcPts val="600"/>
              </a:spcAft>
              <a:defRPr sz="1300">
                <a:solidFill>
                  <a:srgbClr val="8B949E"/>
                </a:solidFill>
                <a:latin typeface="Consolas"/>
              </a:defRPr>
            </a:pPr>
            <a:r>
              <a:t>    → Solution: XOR FEC + 5ms NACK timer = 12.5% tolerance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All execution in sandboxed memory model (HashMap-based pages)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No real memory access on PC — complete isolation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Per-session state: register + memory shadows, no cross-talk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LAN-only design — no authentication in v1.0 (trusted network)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eBPF verifier ensures kernel module safety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Future: TLS encryption, mutual authentication, token-based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GPU offloading: intercept Vulkan/GLES dispatches → run on PC GPU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Multi-device: support multiple phones per daemon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Trained LSTM: real syscall traces → 60%+ prediction accuracy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WebRTC signaling: NAT traversal for cross-network offloading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Userspace eBPF: eliminate root requirement (Android 14+)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WASM sandboxing: portable, hardware-agnostic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PC Daemon:       Rust + tokio (async runtime)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JIT Compiler:    Custom ARM64 decoder + x86 emitter (28KB)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Predictor:       Pure-Rust LSTM (no ML framework dependency)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Android Proxy:   C++ JNI + Kotlin foreground service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Demo Renderer:   OpenGL ES 3.1 compute shaders (GLSL 310 es)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eBPF Module:     C + BPF ring buffer + kprobes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Protocol:        Custom binary over UDP, FEC + NACK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Q&amp;A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Q: Why not just use cloud gaming?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A: 20-100ms WAN latency vs our 4.7ms LAN latency — 5-20x faster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Q: Does this require root?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A: eBPF hooks do, but demo works without (simulated interception)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Q: How do you handle state consistency?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A: Delta-compressed register/memory sync after every syscall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8A6FF"/>
                </a:solidFill>
                <a:latin typeface="Consolas"/>
              </a:defRPr>
            </a:pPr>
            <a:r>
              <a:t>Live Demo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0:00 — Show the daemon starting on laptop (terminal)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0:15 — Show the phone app, enter IP, tap TETHER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0:30 — Open demo: raytraced scene, show FPS (LOCAL: ~5)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0:45 — Toggle Phantom Core ON: FPS jumps to 115+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1:00 — Point at battery indicator: draw drops 67%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1:15 — Show daemon terminal: processing 800 req/s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1:30 — Toggle OFF/ON rapidly: instant switch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onsolas"/>
              </a:defRPr>
            </a:pPr>
            <a:r>
              <a:t>▸  1:45 — Close with stats summary on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F88"/>
                </a:solidFill>
                <a:latin typeface="Consolas"/>
              </a:defRPr>
            </a:pPr>
            <a:r>
              <a:t>PhantomCore Omega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Consolas"/>
              </a:defRPr>
            </a:pPr>
            <a:r>
              <a:t>Borrow your laptop's brain.</a:t>
            </a:r>
            <a:br/>
            <a:r>
              <a:t>Your phone just got superpowers.</a:t>
            </a:r>
          </a:p>
          <a:p>
            <a:br/>
            <a:pPr algn="ctr">
              <a:defRPr sz="1400">
                <a:solidFill>
                  <a:srgbClr val="8B949E"/>
                </a:solidFill>
                <a:latin typeface="Consolas"/>
              </a:defRPr>
            </a:pPr>
            <a:r>
              <a:t>github.com/phantomcore · MIT License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B949E"/>
                </a:solidFill>
                <a:latin typeface="Consolas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